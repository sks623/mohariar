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3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⚡ MOHARIAR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94022" y="3657600"/>
            <a:ext cx="535595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RI Online Collection Automation System</a:t>
            </a:r>
          </a:p>
          <a:p>
            <a:endParaRPr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FF0000"/>
                </a:solidFill>
              </a:rPr>
              <a:t>Designed by: SUSHANT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What is MOHARIAR?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🎯 PURPOSE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Automates bulk processing of land revenue collection entries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on Odisha Land Revenue Portal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KEY BENEFITS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Process 100+ khatas without manual intervention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Auto-save PDFs with organized folder structure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Handle multiple villages simultaneously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Real-time progress tracking with color-coded statistics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95%+ success rate with smart retry mechanism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⏱️ TIME SAVINGS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Manual: 3-5 minutes per khata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MOHARIAR: 8-12 seconds per khata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Result: 20x FASTER!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💻 SOFTWARE REQUIREMENTS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Windows 7 / 10 / 11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Google Chrome Browser (latest version)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Odisha Land Revenue Portal credentials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Stable internet connection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📦 WHAT'S INCLUDED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MOHARIAR.exe (standalone executable - no Python needed)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This User Guide (PDF format)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Welcome &amp; Completion sound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Excel template for bulk upload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Auto-organized PDF session folders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🌟 CORE AUTOMATION FEATURES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WebDriverWait Technology - Smart adaptive delays (40-50% faster)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CDP PDF Generation - Direct browser PDF creation (95%+ reliable)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Session Folders - Auto-organized by date and village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Excel Integration - Bulk upload khata lists with mobile numbers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Multiple Credentials - Save and switch between user profiles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Session History - Quick access to last 10 processing sessions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📊 VISUAL &amp; USER EXPERIENCE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🟢 Color-coded live statistics (Success/Already Paid/Errors/PDFs)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🎯 Real-time progress tracking with ETA countdown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📄 Automatic PDF merge (per village + master file)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🔔 Windows toast notifications on completion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🎵 Sound alerts for important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User Interface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0A8E8"/>
                </a:solidFill>
              </a:defRPr>
            </a:pPr>
            <a:r>
              <a:rPr dirty="0"/>
              <a:t>[INSERT SCREENSHOT: Full application window showing 3-panel layout]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THREE-PANEL DESIGN: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├─ LEFT (30%): Village Selection with Select All / Clear All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├─ MIDDLE (40%): Khata Selection with search &amp; per-village controls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└─ RIGHT (30%): Live Stats, Progress Bar, and Mission Log</a:t>
            </a:r>
          </a:p>
        </p:txBody>
      </p:sp>
      <p:pic>
        <p:nvPicPr>
          <p:cNvPr id="7" name="Picture 6" descr="A computer screen shot of a computer">
            <a:extLst>
              <a:ext uri="{FF2B5EF4-FFF2-40B4-BE49-F238E27FC236}">
                <a16:creationId xmlns:a16="http://schemas.microsoft.com/office/drawing/2014/main" id="{703EFFDA-72F8-2578-711D-253CFFD1C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75438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Getting Started (First Time Setup)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1: Launch MOHARIAR.exe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Double-click the executable file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2: Enter Default Mobile Number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Enter 10-digit mobile number (used as default)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3: Click '🔐 Initialize System'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Chrome browser will open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4: Login Manually (one-time setup)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Select your District from dropdown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Enter User ID and Password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Solve the captcha puzzle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Login button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5: System auto-navigates to RI Collection module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6: Ready to process!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Basic Workflow (Standard Processing)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1️⃣ SELECT VILLAGES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Check boxes next to desired villages, OR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'Select All Villages' button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2️⃣ EXTRACT KHATAS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'📥 Extract Khatas' button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System scans each selected village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All available khatas are displayed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3️⃣ SELECT KHATAS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Use search box to filter (optional)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Check individual khatas, OR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Use 'Select All' button per village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4️⃣ ENGAGE PROTOCOL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'⚡ Engage Protocol' button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Watch real-time progress with color-coded stats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PDFs auto-save to session folder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5️⃣ COMPLETION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View final statistics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'Open Folder' to see PDFs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Export results to Excel if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Excel Bulk Upload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📥 UPLOAD KHATA LISTS VIA EXCEL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1: Download Template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'Download Excel Template' button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Opens: Khata_Template.xlsx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2: Fill Template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Column A: Khata Number (required)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Column B: Mobile Number (optional - 10 digits or blank)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3: Upload Per Village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Check the village checkbox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'Upload Excel' button next to that village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Select your filled Excel file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Repeat for other villages if needed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STEP 4: Process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'Extract Khatas' to verify data</a:t>
            </a:r>
          </a:p>
          <a:p>
            <a:pPr lvl="1"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• Click 'Engage Protocol' to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Supports: .xlsx and .csv formats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⚠️ Mobile: 10 digits or leave blank (uses default)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PDF Management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📁 SESSION FOLDER STRUCTURE: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rr20251117_1430/                    ← Session ID (date_time)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├── VillageName1/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│   ├── VillageName1_101.pdf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│   ├── VillageName1_102.pdf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│   └── VillageName1_14_23.pdf      ← Slash sanitized (14/23 → 14_23)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├── VillageName2/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│   └── VillageName2_201.pdf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├── VillageName1_MERGED.pdf         ← Per-village merged PDF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└── ALL_RECEIPTS_MERGED.pdf         ← Master merged PDF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📊 PDF FEATURES: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Auto-save during processing (CDP technology - no dialogs)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Organized by village in subfolders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Auto-merge at completion (per village + master)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'Open Folder' button for quick access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Manual 'Merge PDFs' available anytime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Live Statistics (Color-Coded)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0A8E8"/>
                </a:solidFill>
              </a:defRPr>
            </a:pPr>
            <a:r>
              <a:t>[INSERT SCREENSHOT: Right panel showing color-coded statistics]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📊 REAL-TIME STATUS DISPLAY: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🟢 Success: X         (Green - successfully processed)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🟡 Already Paid: X    (Yellow - skipped, no retry)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🔴 Errors: X          (Red - failed after 3 retries)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📄 PDFs: X/Y          (Blue - saved/total)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Progress Bar: Shows percentage complete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⏰ ETA: Estimated time remaining (updates live)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Current Status: Shows which khata is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Multiple Credentials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👥 PROFILE MANAGEMENT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SAVE MULTIPLE USER PROFILES: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Profile 1: User_RTO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Profile 2: User_Backup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Profile 3: User_District2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FEATURES: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Encrypted storage (secure credentials)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Quick profile switching via dropdown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Add / Edit / Delete profiles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Auto-remembers last used profile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USAGE: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Login once with credentials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Check 'Remember credentials' checkbox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Next time: Select profile from dropdown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4. System auto-fills User ID &amp; Password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5. Just solve captcha and login!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Session History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📜 RECENT SESSIONS (Last 10)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QUICK ACCESS DROPDOWN: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rr20251117_1430 (350 khatas, 2h 15m ago)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rr20251116_0945 (125 khatas, Yesterday)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rr20251115_1620 (89 khatas, 2 days ago)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└─ ... (up to 10 sessions)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FEATURES: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Quick folder access with one click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Shows: Date, Time, Khata count, Time ago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Auto-sorts by date (newest first)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Stores session metadata (villages processed, stats)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KEYBOARD SHORTCUT: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Press Ctrl+H to view session history dropdown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Troubleshooting Common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❓ COMMON ISSUES &amp; SOLUTIONS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Issue: Chrome won't launch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Close all Chrome windows and try again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Issue: Login fails / captcha error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Solve captcha manually, system waits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Issue: Khata dropdown appears empty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System auto-waits up to 5 seconds for dropdown to populate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Issue: PDFs not saving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Check session folder path, ensure sufficient disk space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Issue: 'Already Paid' appears multiple times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This is normal - system detected and skipped correctly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Issue: Some khatas show error status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Check error_log.txt for detailed error messages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→ System automatically retries failed khatas 3 times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⚠️ IF PORTAL CRASHES: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Note the last successfully processed khata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Close and restart MOHARIAR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Uncheck already-processed khatas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Resume processing from next khata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Keyboard Shortcuts ⌨️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SPEED UP YOUR WORKFLOW: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S  →  Start / Engage Protocol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E  →  Export Results to Excel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O  →  Open Current Session Folder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H  →  View Session History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Q  →  Stop Processing (abort)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M  →  Merge PDFs Manually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Ctrl + ?  →  Open Help Guide (this presentation)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NAVIGATION: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Space     →  Toggle current checkbox selection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Enter     →  Confirm dialog boxes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Esc       →  Close dialog boxes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TIPS: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Shortcuts work throughout the application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Case-insensitive (Ctrl+s or Ctrl+S both work)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Most dialogs can be closed with Esc 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Technical Architecture 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TECHNOLOGY STACK: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GUI: CustomTkinter 5.2.2 (Modern dark theme)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Automation: Selenium WebDriver 4.16.0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Smart Delays: WebDriverWait (adaptive timing)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PDF Generation: Chrome DevTools Protocol (CDP)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PDF Merging: PyPDF2 3.0.1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├─ Excel Processing: Pandas 2.1.0 + OpenPyXL 3.1.2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└─ Notifications: win10toast (Windows toast popups)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KEY INNOVATIONS: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WebDriverWait - Waits only as long as needed (40-50% faster)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CDP printToPDF - Direct browser PDF generation (no print dialogs)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JavaScript Alert Handler - Detects alerts before page interaction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Smart Retry - 3 attempts with exponential backoff (5s, 15s, 30s)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Khata Sanitization - Handles special chars (/ → _)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PERFORMANCE: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Old method: 21s per khata (fixed delays)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MOHARIAR: 8-12s per khata (adaptive delays)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PDF Success Rate: 95%+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Already-Paid Detection: 100% accurate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⚡ THANK YOU!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MOHARIAR v2.0</a:t>
            </a:r>
          </a:p>
          <a:p>
            <a:endParaRPr dirty="0"/>
          </a:p>
          <a:p>
            <a:r>
              <a:rPr dirty="0"/>
              <a:t>👨‍💻 Designed by: SUSHANT</a:t>
            </a:r>
          </a:p>
          <a:p>
            <a:r>
              <a:rPr dirty="0"/>
              <a:t>📅 November 2025</a:t>
            </a:r>
          </a:p>
          <a:p>
            <a:endParaRPr dirty="0"/>
          </a:p>
          <a:p>
            <a:r>
              <a:rPr dirty="0"/>
              <a:t>🙏 Thank you for using MOHARIAR!</a:t>
            </a:r>
          </a:p>
          <a:p>
            <a:endParaRPr dirty="0"/>
          </a:p>
          <a:p>
            <a:r>
              <a:rPr dirty="0"/>
              <a:t>Questions? Feedback? Suggestions?</a:t>
            </a:r>
          </a:p>
          <a:p>
            <a:r>
              <a:rPr dirty="0"/>
              <a:t>Feel free to reach out!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1596</Words>
  <Application>Microsoft Office PowerPoint</Application>
  <PresentationFormat>On-screen Show (4:3)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 RAMPUR TAHASIL</cp:lastModifiedBy>
  <cp:revision>2</cp:revision>
  <dcterms:created xsi:type="dcterms:W3CDTF">2013-01-27T09:14:16Z</dcterms:created>
  <dcterms:modified xsi:type="dcterms:W3CDTF">2025-11-17T05:10:24Z</dcterms:modified>
  <cp:category/>
</cp:coreProperties>
</file>